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Medical Insurance Claim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39C12"/>
                </a:solidFill>
                <a:latin typeface="Calibri"/>
              </a:defRPr>
            </a:pPr>
            <a:r>
              <a:t>Approach 3 — Agent AI Multi-Agent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IIIT Dharwad — Department of Data Science and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Faculty Adviser: Ramesh Athe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Team: B Varshith, M Jagadeshwar, J Ganesh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CF0F1"/>
                </a:solidFill>
                <a:latin typeface="Calibri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Overview</a:t>
            </a:r>
          </a:p>
        </p:txBody>
      </p:sp>
      <p:pic>
        <p:nvPicPr>
          <p:cNvPr id="3" name="Picture 2" descr="multi_agent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88720"/>
            <a:ext cx="3840480" cy="20948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Coordinator orchestrates 5 specialised agents.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Each agent verifies a different aspect of the claim.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Reasoning agent synthesises findings into an explainable verdict.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Verdicts: Approved / Flagged / Rejected with natural-language explanation.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Agents</a:t>
            </a:r>
          </a:p>
        </p:txBody>
      </p:sp>
      <p:pic>
        <p:nvPicPr>
          <p:cNvPr id="3" name="Picture 2" descr="multi_agent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88720"/>
            <a:ext cx="3840480" cy="20948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Eligibility/Document agent — completeness &amp; plausibility of claim fields.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Policy agent — coverage, waiting-period and cost baselines.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Anomaly agent — cost/age/temporal deviations from norms.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Historical agent — provider-level and percentile risk signals.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Reasoning agent — risk aggregation and decision with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Explainability</a:t>
            </a:r>
          </a:p>
        </p:txBody>
      </p:sp>
      <p:pic>
        <p:nvPicPr>
          <p:cNvPr id="3" name="Picture 2" descr="explainable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88720"/>
            <a:ext cx="3840480" cy="20948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Every decision cites specific, reproducible evidence.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Layer detail: summary -&gt; detailed findings -&gt; technical appendix.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Designed for regulator-friendly, policyholder-understandable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Results &amp; Deployment</a:t>
            </a:r>
          </a:p>
        </p:txBody>
      </p:sp>
      <p:pic>
        <p:nvPicPr>
          <p:cNvPr id="3" name="Picture 2" descr="hero_fraud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88720"/>
            <a:ext cx="3840480" cy="20948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Aggregate accuracy/precision/recall/F2 on held-out claims.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Sample decision report shows full agent trail.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Path to LLM-backed agents (Gemini) + LangGraph orchestration + Next.js UI.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Agent AI delivers the most explainable, auditable decisions.</a:t>
            </a:r>
          </a:p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Complements ML and DL approaches with human-readable reasoning.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B2A4A"/>
                </a:solidFill>
                <a:latin typeface="Calibri"/>
              </a:defRPr>
            </a:pPr>
            <a:r>
              <a:t>•  IIIT Dharwad — Dept. of Data Science and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